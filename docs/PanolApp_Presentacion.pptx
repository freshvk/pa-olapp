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[Logo institucional Duoc UC]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PañolApp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A300"/>
                </a:solidFill>
              </a:rPr>
              <a:t>Control de equipos y préstamos del pañol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DSY1105 · Desarrollo de Aplicaciones Móviles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Evaluación Parcial 3 – Defensa individual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Integrante: Alejandro Lazón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Docente: [Nombre del docente]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problema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el pañol de una institución presta herramientas y equipos a estudiantes y docentes.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el control en papel o planillas genera pérdidas, no se sabe qué hay disponible ni quién tiene qué.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alertas de stock bajo ni de préstamos vencidos.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app móvil Android que registra equipos, stock y préstamos en el dispositivo.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 usuario y alcance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(encargado del pañol): gestiona equipos (crear, editar, eliminar), registra préstamos a terceros, recibe devoluciones, ve todos los préstamos y administra usuarios.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Usuario: ve el catálogo, solicita préstamos a su nombre y consulta solo sus propios préstamos.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usuarios se registran como Usuario; un administrador puede promover o degradar a otros.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Alcance: 9 pantallas, datos locales (SQLite), sesión persistente.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individual: Alejandro Lazón (diseño, código, pruebas y documentación).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(1/3): acceso y paneles por rol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pic>
        <p:nvPicPr>
          <p:cNvPr id="6" name="Image 0" descr="/home/claude/PanolApp/docs/mockup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011680" cy="3749040"/>
          </a:xfrm>
          <a:prstGeom prst="rect">
            <a:avLst/>
          </a:prstGeom>
        </p:spPr>
      </p:pic>
      <p:pic>
        <p:nvPicPr>
          <p:cNvPr id="7" name="Image 1" descr="/home/claude/PanolApp/docs/mockups/regis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960120"/>
            <a:ext cx="2011680" cy="3749040"/>
          </a:xfrm>
          <a:prstGeom prst="rect">
            <a:avLst/>
          </a:prstGeom>
        </p:spPr>
      </p:pic>
      <p:pic>
        <p:nvPicPr>
          <p:cNvPr id="8" name="Image 2" descr="/home/claude/PanolApp/docs/mockups/menu_adm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960120"/>
            <a:ext cx="2011680" cy="3749040"/>
          </a:xfrm>
          <a:prstGeom prst="rect">
            <a:avLst/>
          </a:prstGeom>
        </p:spPr>
      </p:pic>
      <p:pic>
        <p:nvPicPr>
          <p:cNvPr id="9" name="Image 3" descr="/home/claude/PanolApp/docs/mockups/menu_usu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201168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(2/3): equipos y préstamos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pic>
        <p:nvPicPr>
          <p:cNvPr id="6" name="Image 0" descr="/home/claude/PanolApp/docs/mockups/invent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011680" cy="3749040"/>
          </a:xfrm>
          <a:prstGeom prst="rect">
            <a:avLst/>
          </a:prstGeom>
        </p:spPr>
      </p:pic>
      <p:pic>
        <p:nvPicPr>
          <p:cNvPr id="7" name="Image 1" descr="/home/claude/PanolApp/docs/mockups/formul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960120"/>
            <a:ext cx="2011680" cy="3749040"/>
          </a:xfrm>
          <a:prstGeom prst="rect">
            <a:avLst/>
          </a:prstGeom>
        </p:spPr>
      </p:pic>
      <p:pic>
        <p:nvPicPr>
          <p:cNvPr id="8" name="Image 2" descr="/home/claude/PanolApp/docs/mockups/detal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960120"/>
            <a:ext cx="2011680" cy="3749040"/>
          </a:xfrm>
          <a:prstGeom prst="rect">
            <a:avLst/>
          </a:prstGeom>
        </p:spPr>
      </p:pic>
      <p:pic>
        <p:nvPicPr>
          <p:cNvPr id="9" name="Image 3" descr="/home/claude/PanolApp/docs/mockups/prestam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201168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(3/3): administración de usuarios y perfil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pic>
        <p:nvPicPr>
          <p:cNvPr id="6" name="Image 0" descr="/home/claude/PanolApp/docs/mockups/usu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011680" cy="3749040"/>
          </a:xfrm>
          <a:prstGeom prst="rect">
            <a:avLst/>
          </a:prstGeom>
        </p:spPr>
      </p:pic>
      <p:pic>
        <p:nvPicPr>
          <p:cNvPr id="7" name="Image 1" descr="/home/claude/PanolApp/docs/mockups/perf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960120"/>
            <a:ext cx="201168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MVVM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(Compose): pantallas observan estados con collectAsState().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ViewModel: StateFlow con estados *UiState, validaciones en tiempo real.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oculta SQLite al resto de la app.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SQLiteOpenHelper (usuarios, equipos, préstamos) + SharedPreferences (sesión).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Flujo: Pantalla → ViewModel → Repository → SQLite, y de vuelta por StateFlow.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paquetes (cl.duoc.panolapp)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data/model · data/local · data/repository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Validaciones y Formatos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viewmodel: Auth, Equipo, Préstamo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vibración, batería, compartir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ui/theme · ui/components · ui/navigation · ui/screen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Dependencias: las del proyecto de la profesora + viewmodel-compose y navigation-compose.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del teléfono y requisitos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Vibración: confirma guardado, préstamo y devolución.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Batería: el panel muestra el nivel en tiempo real y avisa si está baja.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Compartir: envía el inventario por WhatsApp o correo.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vistas distintas, formularios validados, navegación y animaciones.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de validaciones, roles y cifrado (JUnit).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Registro de un usuario (mostrar un error de validación).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Login como administrador (admin@panol.cl): panel con batería, nuevo equipo → vibración.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Pantalla Usuarios; cerrar sesión.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Login como usuario: catálogo sin edición, solicitar préstamo.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Volver como administrador: Préstamos → devolución; compartir inventario.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Cerrar la app y reabrir (persistencia).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0"/>
          </a:xfrm>
          <a:prstGeom prst="rect">
            <a:avLst/>
          </a:prstGeom>
          <a:solidFill>
            <a:srgbClr val="F4A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22376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[Logo Duoc UC]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cumplió el objetivo: app funcional, con persistencia y recursos nativos.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Aprendizajes: MVVM, estados con StateFlow, Compose y navegación.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futuras: exportar reportes, sincronización en la nube.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C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 ¿Preguntas?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2026-10-22T03:53:56Z</dcterms:created>
  <dcterms:modified xsi:type="dcterms:W3CDTF">2026-10-22T03:53:56Z</dcterms:modified>
</cp:coreProperties>
</file>